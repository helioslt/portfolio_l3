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11"/>
    <p:restoredTop sz="96070"/>
  </p:normalViewPr>
  <p:slideViewPr>
    <p:cSldViewPr snapToGrid="0">
      <p:cViewPr>
        <p:scale>
          <a:sx n="56" d="100"/>
          <a:sy n="56" d="100"/>
        </p:scale>
        <p:origin x="104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816465"/>
            <a:ext cx="8825658" cy="4827046"/>
          </a:xfrm>
        </p:spPr>
        <p:txBody>
          <a:bodyPr/>
          <a:lstStyle/>
          <a:p>
            <a:pPr algn="ctr"/>
            <a:r>
              <a:rPr lang="fr-FR" sz="6600" dirty="0">
                <a:latin typeface="Avenir Book" panose="02000503020000020003" pitchFamily="2" charset="0"/>
                <a:cs typeface="Calibri" panose="020F0502020204030204" pitchFamily="34" charset="0"/>
              </a:rPr>
              <a:t>Présentation du portfolio et du projet</a:t>
            </a:r>
            <a:br>
              <a:rPr lang="fr-FR" sz="6600" dirty="0">
                <a:latin typeface="Avenir Book" panose="02000503020000020003" pitchFamily="2" charset="0"/>
                <a:cs typeface="Calibri" panose="020F0502020204030204" pitchFamily="34" charset="0"/>
              </a:rPr>
            </a:br>
            <a:br>
              <a:rPr lang="fr-FR" sz="6600" dirty="0">
                <a:latin typeface="Avenir Book" panose="02000503020000020003" pitchFamily="2" charset="0"/>
                <a:cs typeface="Calibri" panose="020F0502020204030204" pitchFamily="34" charset="0"/>
              </a:rPr>
            </a:br>
            <a:r>
              <a:rPr lang="fr-FR" sz="5400" dirty="0">
                <a:cs typeface="Al Bayan Plain" pitchFamily="2" charset="-78"/>
              </a:rPr>
              <a:t>Systèmes d’Information</a:t>
            </a:r>
            <a:br>
              <a:rPr lang="fr-FR" sz="5400" dirty="0">
                <a:cs typeface="Al Bayan Plain" pitchFamily="2" charset="-78"/>
              </a:rPr>
            </a:br>
            <a:r>
              <a:rPr lang="fr-FR" sz="5400" dirty="0">
                <a:cs typeface="Al Bayan Plain" pitchFamily="2" charset="-78"/>
              </a:rPr>
              <a:t>PGI</a:t>
            </a:r>
            <a:br>
              <a:rPr lang="fr-FR" sz="5400" dirty="0">
                <a:cs typeface="Al Bayan Plain" pitchFamily="2" charset="-78"/>
              </a:rPr>
            </a:br>
            <a:r>
              <a:rPr lang="fr-FR" sz="5400" dirty="0">
                <a:cs typeface="Al Bayan Plain" pitchFamily="2" charset="-78"/>
              </a:rPr>
              <a:t>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EF50ED-7373-1949-0A58-6D00025E1AE9}"/>
              </a:ext>
            </a:extLst>
          </p:cNvPr>
          <p:cNvSpPr txBox="1"/>
          <p:nvPr/>
        </p:nvSpPr>
        <p:spPr>
          <a:xfrm>
            <a:off x="275157" y="5720181"/>
            <a:ext cx="3245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Hélios LOTT</a:t>
            </a:r>
          </a:p>
          <a:p>
            <a:r>
              <a:rPr lang="fr-FR" dirty="0"/>
              <a:t>43004425</a:t>
            </a:r>
            <a:br>
              <a:rPr lang="fr-FR" dirty="0"/>
            </a:br>
            <a:r>
              <a:rPr lang="fr-FR" dirty="0"/>
              <a:t>L3 MIAGE Classique</a:t>
            </a:r>
          </a:p>
        </p:txBody>
      </p:sp>
    </p:spTree>
    <p:extLst>
      <p:ext uri="{BB962C8B-B14F-4D97-AF65-F5344CB8AC3E}">
        <p14:creationId xmlns:p14="http://schemas.microsoft.com/office/powerpoint/2010/main" val="411527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4F854793-75FD-681F-1E5A-7CE8F42B4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451" y="140963"/>
            <a:ext cx="9834683" cy="1275907"/>
          </a:xfrm>
        </p:spPr>
        <p:txBody>
          <a:bodyPr/>
          <a:lstStyle/>
          <a:p>
            <a:pPr algn="ctr"/>
            <a:r>
              <a:rPr lang="fr-FR" sz="3600" dirty="0"/>
              <a:t>Ce portfolio a été réalisé sur GitHub avec l’utilisation des langages HTML et CSS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82915E3-1E3C-351E-34C5-32DA54CC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962" y="1570257"/>
            <a:ext cx="8307210" cy="49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1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3311" y="170122"/>
            <a:ext cx="5805377" cy="1488558"/>
          </a:xfrm>
        </p:spPr>
        <p:txBody>
          <a:bodyPr/>
          <a:lstStyle/>
          <a:p>
            <a:r>
              <a:rPr lang="fr-FR" sz="5400" dirty="0"/>
              <a:t>Interface du site</a:t>
            </a:r>
            <a:br>
              <a:rPr lang="fr-FR" sz="5400" dirty="0"/>
            </a:br>
            <a:r>
              <a:rPr lang="fr-FR" sz="3600" dirty="0"/>
              <a:t>composé de 7 rubriques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4EAEEC-8762-C745-F05D-7828017DC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17" y="1820248"/>
            <a:ext cx="8302763" cy="47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21" y="5318052"/>
            <a:ext cx="12021879" cy="1337930"/>
          </a:xfrm>
        </p:spPr>
        <p:txBody>
          <a:bodyPr/>
          <a:lstStyle/>
          <a:p>
            <a:r>
              <a:rPr lang="fr-FR" sz="2800" dirty="0"/>
              <a:t>Chaque rubrique comprend des icones cliquables qui téléchargent directement les documents sur votre fenêtre de navigateur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7A5DEB-E87F-D9A3-836E-8103F05E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29" y="361506"/>
            <a:ext cx="8973879" cy="516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93" y="128327"/>
            <a:ext cx="9704166" cy="1460205"/>
          </a:xfrm>
        </p:spPr>
        <p:txBody>
          <a:bodyPr/>
          <a:lstStyle/>
          <a:p>
            <a:pPr algn="ctr"/>
            <a:r>
              <a:rPr lang="fr-FR" sz="4400" dirty="0"/>
              <a:t>Rubrique contenant le projet et son code source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7324B6-41CD-96F4-2C04-8ADA70D7B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514" y="1738959"/>
            <a:ext cx="6322971" cy="478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524" y="1554127"/>
            <a:ext cx="9264952" cy="1401726"/>
          </a:xfrm>
        </p:spPr>
        <p:txBody>
          <a:bodyPr/>
          <a:lstStyle/>
          <a:p>
            <a:pPr algn="ctr"/>
            <a:r>
              <a:rPr lang="fr-FR" sz="4400" dirty="0"/>
              <a:t>Notre projet : </a:t>
            </a:r>
            <a:r>
              <a:rPr lang="fr-FR" sz="4400" i="1" dirty="0"/>
              <a:t>Events-MGT</a:t>
            </a:r>
            <a:br>
              <a:rPr lang="fr-FR" sz="4400" dirty="0"/>
            </a:br>
            <a:r>
              <a:rPr lang="fr-FR" sz="4400" dirty="0"/>
              <a:t>Site de gestion d’évènements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0C0126-C915-2D7F-4E89-1E6336C1FEDD}"/>
              </a:ext>
            </a:extLst>
          </p:cNvPr>
          <p:cNvSpPr txBox="1"/>
          <p:nvPr/>
        </p:nvSpPr>
        <p:spPr>
          <a:xfrm>
            <a:off x="1066800" y="3657905"/>
            <a:ext cx="10058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Objectif :</a:t>
            </a:r>
            <a:b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Créer un site web permettant de gérer simplement des évènements : création, inscriptions, administration et suivi.</a:t>
            </a:r>
          </a:p>
          <a:p>
            <a:pPr algn="ctr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 site devra comprendre un système d’authentification</a:t>
            </a:r>
            <a:endParaRPr lang="fr-F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9684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129" y="148856"/>
            <a:ext cx="9696893" cy="990750"/>
          </a:xfrm>
        </p:spPr>
        <p:txBody>
          <a:bodyPr/>
          <a:lstStyle/>
          <a:p>
            <a:pPr algn="ctr"/>
            <a:r>
              <a:rPr lang="fr-FR" sz="4800" dirty="0"/>
              <a:t>Un style sobre et minimaliste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FD0951-D1DB-46B8-4A97-1751FF58C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17" y="1467292"/>
            <a:ext cx="8339165" cy="48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4" y="0"/>
            <a:ext cx="9590567" cy="1594884"/>
          </a:xfrm>
        </p:spPr>
        <p:txBody>
          <a:bodyPr/>
          <a:lstStyle/>
          <a:p>
            <a:pPr algn="ctr"/>
            <a:r>
              <a:rPr lang="fr-FR" sz="4800" dirty="0"/>
              <a:t>Un système d’authentification :</a:t>
            </a:r>
            <a:br>
              <a:rPr lang="fr-FR" sz="4800" dirty="0"/>
            </a:br>
            <a:r>
              <a:rPr lang="fr-FR" sz="4000" dirty="0"/>
              <a:t>Utilisateur ou organisateur</a:t>
            </a:r>
            <a:endParaRPr lang="fr-FR" sz="4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6667769-0A7E-BAD1-DE9F-3101A6F4E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2" y="2445489"/>
            <a:ext cx="5591771" cy="33598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F98453F-0CCB-C277-1023-3B6FF4B69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7868"/>
            <a:ext cx="5896126" cy="439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8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622" y="404038"/>
            <a:ext cx="10001693" cy="956931"/>
          </a:xfrm>
        </p:spPr>
        <p:txBody>
          <a:bodyPr/>
          <a:lstStyle/>
          <a:p>
            <a:pPr algn="ctr"/>
            <a:r>
              <a:rPr lang="fr-FR" sz="4400" dirty="0"/>
              <a:t>Système de création d’évènement</a:t>
            </a:r>
            <a:br>
              <a:rPr lang="fr-FR" sz="4400" dirty="0"/>
            </a:br>
            <a:r>
              <a:rPr lang="fr-FR" sz="3200" dirty="0"/>
              <a:t>Réservé aux organisateurs</a:t>
            </a:r>
            <a:endParaRPr lang="fr-FR" sz="4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5A0632-480C-A873-ADE3-8C1356E05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46" y="1557649"/>
            <a:ext cx="8378455" cy="509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7211" y="-212651"/>
            <a:ext cx="10958625" cy="1275907"/>
          </a:xfrm>
        </p:spPr>
        <p:txBody>
          <a:bodyPr/>
          <a:lstStyle/>
          <a:p>
            <a:pPr algn="ctr"/>
            <a:r>
              <a:rPr lang="fr-FR" sz="4000" dirty="0"/>
              <a:t>Possibilité de s’inscrire à un évènement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30E270-EC8E-5609-F933-6F4BA81D3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69" y="1722475"/>
            <a:ext cx="8238462" cy="483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7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783FA-A790-93FE-D907-C3149FB6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45" y="276446"/>
            <a:ext cx="6684337" cy="1275907"/>
          </a:xfrm>
        </p:spPr>
        <p:txBody>
          <a:bodyPr/>
          <a:lstStyle/>
          <a:p>
            <a:pPr algn="ctr"/>
            <a:r>
              <a:rPr lang="fr-FR" sz="4000" dirty="0"/>
              <a:t>Structure du projet et langages utilisés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C7CBB2-4EB5-34BA-984F-9F37BC33A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144" y="276446"/>
            <a:ext cx="4488011" cy="63051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78E3BE9-ECD6-2A68-7373-90FFAFCF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92" y="1973678"/>
            <a:ext cx="5928242" cy="375502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7F56B22-F08F-CAB6-9B5F-9EB724A6FC5A}"/>
              </a:ext>
            </a:extLst>
          </p:cNvPr>
          <p:cNvSpPr txBox="1"/>
          <p:nvPr/>
        </p:nvSpPr>
        <p:spPr>
          <a:xfrm>
            <a:off x="1707246" y="5824399"/>
            <a:ext cx="4883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Base de Données en SQL</a:t>
            </a:r>
          </a:p>
        </p:txBody>
      </p:sp>
    </p:spTree>
    <p:extLst>
      <p:ext uri="{BB962C8B-B14F-4D97-AF65-F5344CB8AC3E}">
        <p14:creationId xmlns:p14="http://schemas.microsoft.com/office/powerpoint/2010/main" val="2496518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143</Words>
  <Application>Microsoft Macintosh PowerPoint</Application>
  <PresentationFormat>Grand écran</PresentationFormat>
  <Paragraphs>16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Avenir Book</vt:lpstr>
      <vt:lpstr>Century Gothic</vt:lpstr>
      <vt:lpstr>Times New Roman</vt:lpstr>
      <vt:lpstr>Wingdings 3</vt:lpstr>
      <vt:lpstr>Ion</vt:lpstr>
      <vt:lpstr>Présentation du portfolio et du projet  Systèmes d’Information PGI  </vt:lpstr>
      <vt:lpstr>Ce portfolio a été réalisé sur GitHub avec l’utilisation des langages HTML et CSS</vt:lpstr>
      <vt:lpstr>Interface du site composé de 7 rubriques </vt:lpstr>
      <vt:lpstr>Chaque rubrique comprend des icones cliquables qui téléchargent directement les documents sur votre fenêtre de navigateur</vt:lpstr>
      <vt:lpstr>Rubrique contenant le projet et son code source</vt:lpstr>
      <vt:lpstr>Notre projet : Events-MGT Site de gestion d’évènements</vt:lpstr>
      <vt:lpstr>Un style sobre et minimaliste</vt:lpstr>
      <vt:lpstr>Un système d’authentification : Utilisateur ou organisateur</vt:lpstr>
      <vt:lpstr>Système de création d’évènement Réservé aux organisateurs</vt:lpstr>
      <vt:lpstr>Possibilité de s’inscrire à un évènement</vt:lpstr>
      <vt:lpstr>Structure du projet et langages utilisés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portfolio et du projet  Systèmes d’Information PGI  </dc:title>
  <dc:creator>Microsoft Office User</dc:creator>
  <cp:lastModifiedBy>Microsoft Office User</cp:lastModifiedBy>
  <cp:revision>2</cp:revision>
  <dcterms:created xsi:type="dcterms:W3CDTF">2025-11-24T01:49:38Z</dcterms:created>
  <dcterms:modified xsi:type="dcterms:W3CDTF">2025-11-24T02:35:37Z</dcterms:modified>
</cp:coreProperties>
</file>